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6"/>
  </p:normalViewPr>
  <p:slideViewPr>
    <p:cSldViewPr snapToGrid="0">
      <p:cViewPr varScale="1">
        <p:scale>
          <a:sx n="95" d="100"/>
          <a:sy n="95" d="100"/>
        </p:scale>
        <p:origin x="200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92F1-C3A4-5F3B-B6CE-70FC38452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A7BF9-7E9C-6B52-C94D-7232D6828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91829-233A-AC4D-A3BB-E6E0D2765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28C8-FFC5-474E-92C0-97FAD13D15B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85320-6898-6471-4B21-29A5F818D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B2972-9317-7B4B-67A3-4787CF3E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02C4-6331-2F45-B80D-FCA9C71A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00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442E6-78C3-C3A0-02EC-9FB20146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863ED-45CC-0F02-3A54-3FC860A16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4B1E9-E7BB-89AD-56B8-E8D0D396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28C8-FFC5-474E-92C0-97FAD13D15B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87BA8-9412-452F-C95A-4D066D096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2B003-B407-C2AC-7ADC-B8011621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02C4-6331-2F45-B80D-FCA9C71A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89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CCCE-782A-F1A1-10AF-CCF90F506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7B8D5-9A13-C62B-C6FC-0387E6495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88A1C-86E8-E06D-6382-40C4BF76F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28C8-FFC5-474E-92C0-97FAD13D15B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B6DA7-E47A-C792-26AF-B0205A7A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7CB21-A8C7-2B67-C001-943CAB8B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02C4-6331-2F45-B80D-FCA9C71A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63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88F3-A46F-647E-1447-759146A1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EB152-9D17-C9C5-F619-339BCD7C5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CD481-A987-5441-BBB5-A59987083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D212D-14AA-8F5E-C62B-BCF14C21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28C8-FFC5-474E-92C0-97FAD13D15B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31D10-D5B1-58C3-FF4D-1921C69B8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C83E9-2B1F-3087-7FB5-15C6C30AB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02C4-6331-2F45-B80D-FCA9C71A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8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C6A84-BF24-133B-77E6-D6BF926F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9A76D-F0A3-D680-C7D6-582E86641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D9A76-9EEC-D568-7AE0-D32963312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E95951-CA45-BFE2-C9AB-07CEB08FD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EC52C-7A95-CB17-D2DE-66648D5F5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E91AB8-00B6-F13D-C0BA-E971DE734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28C8-FFC5-474E-92C0-97FAD13D15B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FFB37-B47D-01F6-2EC2-32631966E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3F499D-8E41-537D-D1EF-B05CFF6B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02C4-6331-2F45-B80D-FCA9C71A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02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6D879-C639-1AB7-7BB0-F5EAF911A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BE00B-514D-54EE-2108-D76C4CC3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28C8-FFC5-474E-92C0-97FAD13D15B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D0E2E-0692-68A7-4369-8B763681F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DC6071-1019-F1AA-A046-00CD996E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02C4-6331-2F45-B80D-FCA9C71A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2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4CACB-47BE-91CF-E5BC-927340A4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28C8-FFC5-474E-92C0-97FAD13D15B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A01C51-A39D-027C-0C88-FB0870FD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BE38C-C302-1A27-9457-487253E89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02C4-6331-2F45-B80D-FCA9C71A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96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A471B-CE91-4C45-724F-183087348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A550C-C18C-90B1-DD1C-E51754D6D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0B3CE-F780-43F7-1B6C-F1E57A071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C7298-1C48-8735-060E-602C9080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28C8-FFC5-474E-92C0-97FAD13D15B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300DE-D865-0CB0-30BD-54E7D94C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02B62-001C-0C0B-6466-0C9E881F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02C4-6331-2F45-B80D-FCA9C71A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79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1D36A-C1C9-35E1-5720-84AB8B9E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92B60F-B92D-40AC-487A-7F1F0CF3F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E9646-649B-6FCF-B04B-B836BC14B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8A47A-E9E2-A0CF-418E-5455DA2B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28C8-FFC5-474E-92C0-97FAD13D15B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9EB18-D163-3361-4FAD-7E003A086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C1779-853F-9977-A426-C288E72B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02C4-6331-2F45-B80D-FCA9C71A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39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16D0F-13B5-055B-A946-04A5C9723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E06E6-2C42-337B-F58E-F5D2E14AC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7F4D8-C272-7A67-4D0E-96C19EB84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28C8-FFC5-474E-92C0-97FAD13D15B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D01AA-D511-26C2-0039-AC5EAB2F7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17765-1E55-46E1-B1F5-4084014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02C4-6331-2F45-B80D-FCA9C71A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5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14303B-2D26-7136-7146-B161D2090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4DFA1-657F-EF90-3ED8-54CC5C148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E632A-CA7B-8B2C-B89F-CF5AAC062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28C8-FFC5-474E-92C0-97FAD13D15B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60DDD-C204-36DB-B925-F47F5997B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CCD9-3EC4-ECD6-4184-270D2B3C9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02C4-6331-2F45-B80D-FCA9C71A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22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0876D-99FB-CFFA-2A73-71FECA390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CC4FF-A132-97C2-8019-0CB41823E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32899-3826-2547-5952-AB3CABDE7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728C8-FFC5-474E-92C0-97FAD13D15BB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AAE3-4A09-A5BC-C885-B1DD3D694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61C9C-6614-E78C-7746-11ABE27D6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8802C4-6331-2F45-B80D-FCA9C71A9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02CB1-238B-74A6-8D20-83F11B6D8D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7B393-EF42-3419-B7D1-995380D6B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13466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99996-46ED-8FD2-61F1-50C7BF48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67CA2CA-0EB4-C113-8ADC-DCA04DBA5DD9}"/>
              </a:ext>
            </a:extLst>
          </p:cNvPr>
          <p:cNvSpPr txBox="1"/>
          <p:nvPr/>
        </p:nvSpPr>
        <p:spPr>
          <a:xfrm>
            <a:off x="606612" y="408641"/>
            <a:ext cx="1066351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rgbClr val="000000"/>
                </a:solidFill>
                <a:latin typeface="Segoe UI" panose="020B0502040204020203" pitchFamily="34" charset="0"/>
              </a:rPr>
              <a:t>Problem Statement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b="1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b="1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solidFill>
                  <a:srgbClr val="000000"/>
                </a:solidFill>
                <a:latin typeface="Segoe UI" panose="020B0502040204020203" pitchFamily="34" charset="0"/>
              </a:rPr>
              <a:t>What problem are you solving?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i="1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Brief description of the problem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Why is this problem important?</a:t>
            </a:r>
            <a:b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</a:br>
            <a:endParaRPr lang="en-US" alt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i="1" dirty="0">
                <a:solidFill>
                  <a:srgbClr val="000000"/>
                </a:solidFill>
                <a:latin typeface="Segoe UI" panose="020B0502040204020203" pitchFamily="34" charset="0"/>
              </a:rPr>
              <a:t>(Use 2–3 bullet points)</a:t>
            </a:r>
            <a:endParaRPr lang="en-US" alt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194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C2B33-6B60-4724-D8D5-C33BDAF41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D0077F1-B5CD-2BED-5952-938C32A6B559}"/>
              </a:ext>
            </a:extLst>
          </p:cNvPr>
          <p:cNvSpPr txBox="1"/>
          <p:nvPr/>
        </p:nvSpPr>
        <p:spPr>
          <a:xfrm>
            <a:off x="606612" y="408641"/>
            <a:ext cx="106635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Solution Overview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Your Big Idea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One-line summary of your solution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Key features and innovations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(Add a simple graphic or icon to represent your idea)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126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C94C0-9D75-CDA7-FFD8-239CD972A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F928847-08C9-DF90-E55D-8117DA0766BD}"/>
              </a:ext>
            </a:extLst>
          </p:cNvPr>
          <p:cNvSpPr txBox="1"/>
          <p:nvPr/>
        </p:nvSpPr>
        <p:spPr>
          <a:xfrm>
            <a:off x="606612" y="408641"/>
            <a:ext cx="1066351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rgbClr val="000000"/>
                </a:solidFill>
                <a:latin typeface="Segoe UI" panose="020B0502040204020203" pitchFamily="34" charset="0"/>
              </a:rPr>
              <a:t>Technical Approach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How does it work?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Architecture diagram placeholder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Tools, frameworks, and technologies used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kumimoji="0" lang="en-US" altLang="en-US" sz="4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(Insert diagram or flowchart here)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004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606F4-52EA-DC01-D711-204DB2DD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5A4B19F-F3D0-CBA6-C45C-B1AEC9BEB793}"/>
              </a:ext>
            </a:extLst>
          </p:cNvPr>
          <p:cNvSpPr txBox="1"/>
          <p:nvPr/>
        </p:nvSpPr>
        <p:spPr>
          <a:xfrm>
            <a:off x="606612" y="408641"/>
            <a:ext cx="1066351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rgbClr val="000000"/>
                </a:solidFill>
                <a:latin typeface="Segoe UI" panose="020B0502040204020203" pitchFamily="34" charset="0"/>
              </a:rPr>
              <a:t>Implementation Details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4000" b="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Building Blocks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Key components/modules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Any unique algorithms or models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kumimoji="0" lang="en-US" altLang="en-US" sz="4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(Add screenshots or code snippets if relevant)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829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62326-9C34-8041-72AD-D681C21A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E826042-C834-6C66-E249-304297290BE4}"/>
              </a:ext>
            </a:extLst>
          </p:cNvPr>
          <p:cNvSpPr txBox="1"/>
          <p:nvPr/>
        </p:nvSpPr>
        <p:spPr>
          <a:xfrm>
            <a:off x="606612" y="408641"/>
            <a:ext cx="1066351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rgbClr val="000000"/>
                </a:solidFill>
                <a:latin typeface="Segoe UI" panose="020B0502040204020203" pitchFamily="34" charset="0"/>
              </a:rPr>
              <a:t>Demo Highlights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Prototype in Action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Live demo or Video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Core functionality demonstrated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kumimoji="0" lang="en-US" altLang="en-US" sz="4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(Leave space for embedded video or link)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720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876AF-3DEF-52C7-7B5B-9C45FF63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CE5FBED-4841-1A89-76DF-BF8132039218}"/>
              </a:ext>
            </a:extLst>
          </p:cNvPr>
          <p:cNvSpPr txBox="1"/>
          <p:nvPr/>
        </p:nvSpPr>
        <p:spPr>
          <a:xfrm>
            <a:off x="606612" y="408641"/>
            <a:ext cx="1066351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rgbClr val="000000"/>
                </a:solidFill>
                <a:latin typeface="Segoe UI" panose="020B0502040204020203" pitchFamily="34" charset="0"/>
              </a:rPr>
              <a:t>Impact &amp; Benefits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Why does this matter?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Value proposition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Potential scalability and future improvements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kumimoji="0" lang="en-US" altLang="en-US" sz="4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(Use icons or infographics for impact)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141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3CF23-5E4F-8C6F-E58C-7E86B240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3CF85DB-A849-01B7-7E13-6554C776C0C4}"/>
              </a:ext>
            </a:extLst>
          </p:cNvPr>
          <p:cNvSpPr txBox="1"/>
          <p:nvPr/>
        </p:nvSpPr>
        <p:spPr>
          <a:xfrm>
            <a:off x="606612" y="408641"/>
            <a:ext cx="1066351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rgbClr val="000000"/>
                </a:solidFill>
                <a:latin typeface="Segoe UI" panose="020B0502040204020203" pitchFamily="34" charset="0"/>
              </a:rPr>
              <a:t>Next Steps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Future Roadmap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How this can evolve beyond the hackathon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kumimoji="0" lang="en-US" altLang="en-US" sz="4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(Add timeline graphic or roadmap visual)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18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011E8-71E9-A0DD-8E6D-ECDE682C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3333108-D37E-2818-38B2-A9431783F6F4}"/>
              </a:ext>
            </a:extLst>
          </p:cNvPr>
          <p:cNvSpPr txBox="1"/>
          <p:nvPr/>
        </p:nvSpPr>
        <p:spPr>
          <a:xfrm>
            <a:off x="606612" y="408641"/>
            <a:ext cx="106635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 dirty="0">
                <a:solidFill>
                  <a:srgbClr val="000000"/>
                </a:solidFill>
                <a:latin typeface="Segoe UI" panose="020B0502040204020203" pitchFamily="34" charset="0"/>
              </a:rPr>
              <a:t>Q </a:t>
            </a:r>
            <a:r>
              <a:rPr lang="en-US" altLang="en-US" sz="4000" b="1">
                <a:solidFill>
                  <a:srgbClr val="000000"/>
                </a:solidFill>
                <a:latin typeface="Segoe UI" panose="020B0502040204020203" pitchFamily="34" charset="0"/>
              </a:rPr>
              <a:t>n A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237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172</Words>
  <Application>Microsoft Macintosh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Segoe UI</vt:lpstr>
      <vt:lpstr>Office Theme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Nikumbh</dc:creator>
  <cp:lastModifiedBy>Yogesh Nikumbh</cp:lastModifiedBy>
  <cp:revision>1</cp:revision>
  <dcterms:created xsi:type="dcterms:W3CDTF">2025-12-03T12:42:50Z</dcterms:created>
  <dcterms:modified xsi:type="dcterms:W3CDTF">2025-12-03T12:52:42Z</dcterms:modified>
</cp:coreProperties>
</file>